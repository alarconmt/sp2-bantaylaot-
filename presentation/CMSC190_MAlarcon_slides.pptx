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Philippines with over 36000 km of coastlines is heavily dependent on its municipal fisheries, yet these waters are severely affected by illegal, unreported, and unregulated fishing or IUU fishing. </a:t>
            </a:r>
          </a:p>
          <a:p>
            <a:r>
              <a:rPr lang="en-US"/>
              <a:t/>
            </a:r>
          </a:p>
          <a:p>
            <a:r>
              <a:rPr lang="en-US"/>
              <a:t>According to the World Wildlife Fund, IUU fishing directly harms marine biodiversity and weakens law enforcement effectiveness.</a:t>
            </a:r>
          </a:p>
          <a:p>
            <a:r>
              <a:rPr lang="en-US"/>
              <a:t/>
            </a:r>
          </a:p>
          <a:p>
            <a:r>
              <a:rPr lang="en-US"/>
              <a:t>Current monitoring systems face three main challenges: unreliable internet connectivity, restricted enforcement coverage, and fragmented data management. </a:t>
            </a:r>
          </a:p>
          <a:p>
            <a:r>
              <a:rPr lang="en-US"/>
              <a:t/>
            </a:r>
          </a:p>
          <a:p>
            <a:r>
              <a:rPr lang="en-US"/>
              <a:t>Although the original BantayLaot system enables real-time reporting, its offline capabilities are limited, it lacks robust data security, and it does not support intelligent structured data management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Philippines with over 36000 km of coastlines is heavily dependent on its municipal fisheries, yet these waters are severely affected by illegal, unreported, and unregulated fishing or IUU fishing. </a:t>
            </a:r>
          </a:p>
          <a:p>
            <a:r>
              <a:rPr lang="en-US"/>
              <a:t/>
            </a:r>
          </a:p>
          <a:p>
            <a:r>
              <a:rPr lang="en-US"/>
              <a:t>According to the World Wildlife Fund, IUU fishing directly harms marine biodiversity and weakens law enforcement effectiveness.</a:t>
            </a:r>
          </a:p>
          <a:p>
            <a:r>
              <a:rPr lang="en-US"/>
              <a:t/>
            </a:r>
          </a:p>
          <a:p>
            <a:r>
              <a:rPr lang="en-US"/>
              <a:t>Current monitoring systems face three main challenges: unreliable internet connectivity, restricted enforcement coverage, and fragmented data management. </a:t>
            </a:r>
          </a:p>
          <a:p>
            <a:r>
              <a:rPr lang="en-US"/>
              <a:t/>
            </a:r>
          </a:p>
          <a:p>
            <a:r>
              <a:rPr lang="en-US"/>
              <a:t>Although the original BantayLaot system enables real-time reporting, its offline capabilities are limited, it lacks robust data security, and it does not support intelligent structured data management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Our study has three core technical objectives.</a:t>
            </a:r>
          </a:p>
          <a:p>
            <a:r>
              <a:rPr lang="en-US"/>
              <a:t/>
            </a:r>
          </a:p>
          <a:p>
            <a:r>
              <a:rPr lang="en-US"/>
              <a:t>First, to enhance the mobile application with full offline support, encrypted local storage, and placeholder for AI modules.</a:t>
            </a:r>
          </a:p>
          <a:p>
            <a:r>
              <a:rPr lang="en-US"/>
              <a:t/>
            </a:r>
          </a:p>
          <a:p>
            <a:r>
              <a:rPr lang="en-US"/>
              <a:t>Second, to develop a secure multi-tier database architecture supporting both municipal and central cloud storage along with the web interface for displaying data</a:t>
            </a:r>
          </a:p>
          <a:p>
            <a:r>
              <a:rPr lang="en-US"/>
              <a:t/>
            </a:r>
          </a:p>
          <a:p>
            <a:r>
              <a:rPr lang="en-US"/>
              <a:t>And third, to evaluate the deployed system in real-world monitoring environments across four municipalities in Cagayan, focusing on usability, reliability, and suitability for operational use.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Technically, this system supports multiple stakeholders through a data-driven approach.</a:t>
            </a:r>
          </a:p>
          <a:p>
            <a:r>
              <a:rPr lang="en-US"/>
              <a:t/>
            </a:r>
          </a:p>
          <a:p>
            <a:r>
              <a:rPr lang="en-US"/>
              <a:t>For fisherfolk, the offline-first design ensures functionality even without internet, allowing consistent data collection.</a:t>
            </a:r>
          </a:p>
          <a:p>
            <a:r>
              <a:rPr lang="en-US"/>
              <a:t/>
            </a:r>
          </a:p>
          <a:p>
            <a:r>
              <a:rPr lang="en-US"/>
              <a:t>For LGUs, secure authentication and structured data enable evidence-based enforcement decisions.</a:t>
            </a:r>
          </a:p>
          <a:p>
            <a:r>
              <a:rPr lang="en-US"/>
              <a:t/>
            </a:r>
          </a:p>
          <a:p>
            <a:r>
              <a:rPr lang="en-US"/>
              <a:t>For researchers, the system will produce well-organized image datasets, ready for future machine learning and AI analysis.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we see the technical comparison between the original BantayLaot and BantayLaot+.</a:t>
            </a:r>
          </a:p>
          <a:p>
            <a:r>
              <a:rPr lang="en-US"/>
              <a:t/>
            </a:r>
          </a:p>
          <a:p>
            <a:r>
              <a:rPr lang="en-US"/>
              <a:t>Previously, the system had limited offline capability, no user accounts, manual reporting, and loosely organized storage.</a:t>
            </a:r>
          </a:p>
          <a:p>
            <a:r>
              <a:rPr lang="en-US"/>
              <a:t/>
            </a:r>
          </a:p>
          <a:p>
            <a:r>
              <a:rPr lang="en-US"/>
              <a:t>BantayLaot+ introduces:</a:t>
            </a:r>
          </a:p>
          <a:p>
            <a:r>
              <a:rPr lang="en-US"/>
              <a:t>Full offline-first mobile operation design consistent with Serrano et al.’s offline-first architecture model.</a:t>
            </a:r>
          </a:p>
          <a:p>
            <a:r>
              <a:rPr lang="en-US"/>
              <a:t/>
            </a:r>
          </a:p>
          <a:p>
            <a:r>
              <a:rPr lang="en-US"/>
              <a:t>it also introduces Offline login with encrypted authentication, based on Dahiru and Ibrahim’s secure offline authentication model</a:t>
            </a:r>
          </a:p>
          <a:p>
            <a:r>
              <a:rPr lang="en-US"/>
              <a:t/>
            </a:r>
          </a:p>
          <a:p>
            <a:r>
              <a:rPr lang="en-US"/>
              <a:t>A structured local plus cloud database</a:t>
            </a:r>
          </a:p>
          <a:p>
            <a:r>
              <a:rPr lang="en-US"/>
              <a:t/>
            </a:r>
          </a:p>
          <a:p>
            <a:r>
              <a:rPr lang="en-US"/>
              <a:t>And a reserved AI module for future AI-assisted identification and estimation, inspired by Norouzzadeh et al.’s work on image-based species identification.”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we see the technical comparison between the original BantayLaot and BantayLaot+.</a:t>
            </a:r>
          </a:p>
          <a:p>
            <a:r>
              <a:rPr lang="en-US"/>
              <a:t/>
            </a:r>
          </a:p>
          <a:p>
            <a:r>
              <a:rPr lang="en-US"/>
              <a:t>Previously, the system had limited offline capability, no user accounts, manual reporting, and loosely organized storage.</a:t>
            </a:r>
          </a:p>
          <a:p>
            <a:r>
              <a:rPr lang="en-US"/>
              <a:t/>
            </a:r>
          </a:p>
          <a:p>
            <a:r>
              <a:rPr lang="en-US"/>
              <a:t>BantayLaot+ introduces:</a:t>
            </a:r>
          </a:p>
          <a:p>
            <a:r>
              <a:rPr lang="en-US"/>
              <a:t>Full offline-first mobile operation design consistent with Serrano et al.’s offline-first architecture model.</a:t>
            </a:r>
          </a:p>
          <a:p>
            <a:r>
              <a:rPr lang="en-US"/>
              <a:t/>
            </a:r>
          </a:p>
          <a:p>
            <a:r>
              <a:rPr lang="en-US"/>
              <a:t>it also introduces Offline login with encrypted authentication, based on Dahiru and Ibrahim’s secure offline authentication model</a:t>
            </a:r>
          </a:p>
          <a:p>
            <a:r>
              <a:rPr lang="en-US"/>
              <a:t/>
            </a:r>
          </a:p>
          <a:p>
            <a:r>
              <a:rPr lang="en-US"/>
              <a:t>A structured local plus cloud database</a:t>
            </a:r>
          </a:p>
          <a:p>
            <a:r>
              <a:rPr lang="en-US"/>
              <a:t/>
            </a:r>
          </a:p>
          <a:p>
            <a:r>
              <a:rPr lang="en-US"/>
              <a:t>And a reserved AI module for future AI-assisted identification and estimation, inspired by Norouzzadeh et al.’s work on image-based species identification.”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we see the technical comparison between the original BantayLaot and BantayLaot+.</a:t>
            </a:r>
          </a:p>
          <a:p>
            <a:r>
              <a:rPr lang="en-US"/>
              <a:t/>
            </a:r>
          </a:p>
          <a:p>
            <a:r>
              <a:rPr lang="en-US"/>
              <a:t>Previously, the system had limited offline capability, no user accounts, manual reporting, and loosely organized storage.</a:t>
            </a:r>
          </a:p>
          <a:p>
            <a:r>
              <a:rPr lang="en-US"/>
              <a:t/>
            </a:r>
          </a:p>
          <a:p>
            <a:r>
              <a:rPr lang="en-US"/>
              <a:t>BantayLaot+ introduces:</a:t>
            </a:r>
          </a:p>
          <a:p>
            <a:r>
              <a:rPr lang="en-US"/>
              <a:t>Full offline-first mobile operation design consistent with Serrano et al.’s offline-first architecture model.</a:t>
            </a:r>
          </a:p>
          <a:p>
            <a:r>
              <a:rPr lang="en-US"/>
              <a:t/>
            </a:r>
          </a:p>
          <a:p>
            <a:r>
              <a:rPr lang="en-US"/>
              <a:t>it also introduces Offline login with encrypted authentication, based on Dahiru and Ibrahim’s secure offline authentication model</a:t>
            </a:r>
          </a:p>
          <a:p>
            <a:r>
              <a:rPr lang="en-US"/>
              <a:t/>
            </a:r>
          </a:p>
          <a:p>
            <a:r>
              <a:rPr lang="en-US"/>
              <a:t>A structured local plus cloud database</a:t>
            </a:r>
          </a:p>
          <a:p>
            <a:r>
              <a:rPr lang="en-US"/>
              <a:t/>
            </a:r>
          </a:p>
          <a:p>
            <a:r>
              <a:rPr lang="en-US"/>
              <a:t>And a reserved AI module for future AI-assisted identification and estimation, inspired by Norouzzadeh et al.’s work on image-based species identification.”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we see the technical comparison between the original BantayLaot and BantayLaot+.</a:t>
            </a:r>
          </a:p>
          <a:p>
            <a:r>
              <a:rPr lang="en-US"/>
              <a:t/>
            </a:r>
          </a:p>
          <a:p>
            <a:r>
              <a:rPr lang="en-US"/>
              <a:t>Previously, the system had limited offline capability, no user accounts, manual reporting, and loosely organized storage.</a:t>
            </a:r>
          </a:p>
          <a:p>
            <a:r>
              <a:rPr lang="en-US"/>
              <a:t/>
            </a:r>
          </a:p>
          <a:p>
            <a:r>
              <a:rPr lang="en-US"/>
              <a:t>BantayLaot+ introduces:</a:t>
            </a:r>
          </a:p>
          <a:p>
            <a:r>
              <a:rPr lang="en-US"/>
              <a:t>Full offline-first mobile operation design consistent with Serrano et al.’s offline-first architecture model.</a:t>
            </a:r>
          </a:p>
          <a:p>
            <a:r>
              <a:rPr lang="en-US"/>
              <a:t/>
            </a:r>
          </a:p>
          <a:p>
            <a:r>
              <a:rPr lang="en-US"/>
              <a:t>it also introduces Offline login with encrypted authentication, based on Dahiru and Ibrahim’s secure offline authentication model</a:t>
            </a:r>
          </a:p>
          <a:p>
            <a:r>
              <a:rPr lang="en-US"/>
              <a:t/>
            </a:r>
          </a:p>
          <a:p>
            <a:r>
              <a:rPr lang="en-US"/>
              <a:t>A structured local plus cloud database</a:t>
            </a:r>
          </a:p>
          <a:p>
            <a:r>
              <a:rPr lang="en-US"/>
              <a:t/>
            </a:r>
          </a:p>
          <a:p>
            <a:r>
              <a:rPr lang="en-US"/>
              <a:t>And a reserved AI module for future AI-assisted identification and estimation, inspired by Norouzzadeh et al.’s work on image-based species identification.”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we see the technical comparison between the original BantayLaot and BantayLaot+.</a:t>
            </a:r>
          </a:p>
          <a:p>
            <a:r>
              <a:rPr lang="en-US"/>
              <a:t/>
            </a:r>
          </a:p>
          <a:p>
            <a:r>
              <a:rPr lang="en-US"/>
              <a:t>Previously, the system had limited offline capability, no user accounts, manual reporting, and loosely organized storage.</a:t>
            </a:r>
          </a:p>
          <a:p>
            <a:r>
              <a:rPr lang="en-US"/>
              <a:t/>
            </a:r>
          </a:p>
          <a:p>
            <a:r>
              <a:rPr lang="en-US"/>
              <a:t>BantayLaot+ introduces:</a:t>
            </a:r>
          </a:p>
          <a:p>
            <a:r>
              <a:rPr lang="en-US"/>
              <a:t>Full offline-first mobile operation design consistent with Serrano et al.’s offline-first architecture model.</a:t>
            </a:r>
          </a:p>
          <a:p>
            <a:r>
              <a:rPr lang="en-US"/>
              <a:t/>
            </a:r>
          </a:p>
          <a:p>
            <a:r>
              <a:rPr lang="en-US"/>
              <a:t>it also introduces Offline login with encrypted authentication, based on Dahiru and Ibrahim’s secure offline authentication model</a:t>
            </a:r>
          </a:p>
          <a:p>
            <a:r>
              <a:rPr lang="en-US"/>
              <a:t/>
            </a:r>
          </a:p>
          <a:p>
            <a:r>
              <a:rPr lang="en-US"/>
              <a:t>A structured local plus cloud database</a:t>
            </a:r>
          </a:p>
          <a:p>
            <a:r>
              <a:rPr lang="en-US"/>
              <a:t/>
            </a:r>
          </a:p>
          <a:p>
            <a:r>
              <a:rPr lang="en-US"/>
              <a:t>And a reserved AI module for future AI-assisted identification and estimation, inspired by Norouzzadeh et al.’s work on image-based species identification.”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 the mobile application will continue to be developed using Kotlin with Jetpack Compose, which Google Developers identifies as optimal for building secure, modern Android UIs and includes built-in support for encrypted local storage. </a:t>
            </a:r>
          </a:p>
          <a:p>
            <a:r>
              <a:rPr lang="en-US"/>
              <a:t/>
            </a:r>
          </a:p>
          <a:p>
            <a:r>
              <a:rPr lang="en-US"/>
              <a:t>The web platform is developed using the MERN stack, with </a:t>
            </a:r>
          </a:p>
          <a:p>
            <a:r>
              <a:rPr lang="en-US"/>
              <a:t/>
            </a:r>
          </a:p>
          <a:p>
            <a:r>
              <a:rPr lang="en-US"/>
              <a:t>MongoDB providing schema-flexible storage,</a:t>
            </a:r>
          </a:p>
          <a:p>
            <a:r>
              <a:rPr lang="en-US"/>
              <a:t/>
            </a:r>
          </a:p>
          <a:p>
            <a:r>
              <a:rPr lang="en-US"/>
              <a:t>Express.js and Node.js for handling REST API services, and </a:t>
            </a:r>
          </a:p>
          <a:p>
            <a:r>
              <a:rPr lang="en-US"/>
              <a:t/>
            </a:r>
          </a:p>
          <a:p>
            <a:r>
              <a:rPr lang="en-US"/>
              <a:t>React.js for responsive dashboards."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Next is the processing and data layer. At the center is the cloud Node.js server, which handles </a:t>
            </a:r>
          </a:p>
          <a:p>
            <a:r>
              <a:rPr lang="en-US"/>
              <a:t>centralized data aggregation, </a:t>
            </a:r>
          </a:p>
          <a:p>
            <a:r>
              <a:rPr lang="en-US"/>
              <a:t>timestamp-based conflict resolution, </a:t>
            </a:r>
          </a:p>
          <a:p>
            <a:r>
              <a:rPr lang="en-US"/>
              <a:t>full system monitoring and logging, and the </a:t>
            </a:r>
          </a:p>
          <a:p>
            <a:r>
              <a:rPr lang="en-US"/>
              <a:t/>
            </a:r>
          </a:p>
          <a:p>
            <a:r>
              <a:rPr lang="en-US"/>
              <a:t>authentication service that verifies and manages user access across all municipal APIs. </a:t>
            </a:r>
          </a:p>
          <a:p>
            <a:r>
              <a:rPr lang="en-US"/>
              <a:t/>
            </a:r>
          </a:p>
          <a:p>
            <a:r>
              <a:rPr lang="en-US"/>
              <a:t>Each municipality also runs its own local Node.js and MongoDB server, enabling autonomous operation during internet outages and ensuring zero data loss even during extended offline periods.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jpeg" Type="http://schemas.openxmlformats.org/officeDocument/2006/relationships/image"/><Relationship Id="rId4" Target="../media/image17.png" Type="http://schemas.openxmlformats.org/officeDocument/2006/relationships/image"/><Relationship Id="rId5" Target="../media/image12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jpe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jpeg" Type="http://schemas.openxmlformats.org/officeDocument/2006/relationships/image"/><Relationship Id="rId4" Target="../media/image27.png" Type="http://schemas.openxmlformats.org/officeDocument/2006/relationships/image"/><Relationship Id="rId5" Target="../media/image22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1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jpeg" Type="http://schemas.openxmlformats.org/officeDocument/2006/relationships/image"/><Relationship Id="rId4" Target="../media/image31.pn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1.jpe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579722" y="-1436222"/>
            <a:ext cx="5128557" cy="18288000"/>
            <a:chOff x="0" y="0"/>
            <a:chExt cx="1350731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0731" cy="4816592"/>
            </a:xfrm>
            <a:custGeom>
              <a:avLst/>
              <a:gdLst/>
              <a:ahLst/>
              <a:cxnLst/>
              <a:rect r="r" b="b" t="t" l="l"/>
              <a:pathLst>
                <a:path h="4816592" w="1350731">
                  <a:moveTo>
                    <a:pt x="0" y="0"/>
                  </a:moveTo>
                  <a:lnTo>
                    <a:pt x="1350731" y="0"/>
                  </a:lnTo>
                  <a:lnTo>
                    <a:pt x="1350731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CA2D7">
                    <a:alpha val="50000"/>
                  </a:srgbClr>
                </a:gs>
                <a:gs pos="100000">
                  <a:srgbClr val="0CA2D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0731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4943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4907" y="4424288"/>
            <a:ext cx="966177" cy="966177"/>
          </a:xfrm>
          <a:custGeom>
            <a:avLst/>
            <a:gdLst/>
            <a:ahLst/>
            <a:cxnLst/>
            <a:rect r="r" b="b" t="t" l="l"/>
            <a:pathLst>
              <a:path h="966177" w="966177">
                <a:moveTo>
                  <a:pt x="0" y="0"/>
                </a:moveTo>
                <a:lnTo>
                  <a:pt x="966177" y="0"/>
                </a:lnTo>
                <a:lnTo>
                  <a:pt x="966177" y="966178"/>
                </a:lnTo>
                <a:lnTo>
                  <a:pt x="0" y="966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695334" y="7073410"/>
            <a:ext cx="955750" cy="955750"/>
          </a:xfrm>
          <a:custGeom>
            <a:avLst/>
            <a:gdLst/>
            <a:ahLst/>
            <a:cxnLst/>
            <a:rect r="r" b="b" t="t" l="l"/>
            <a:pathLst>
              <a:path h="955750" w="955750">
                <a:moveTo>
                  <a:pt x="0" y="0"/>
                </a:moveTo>
                <a:lnTo>
                  <a:pt x="955750" y="0"/>
                </a:lnTo>
                <a:lnTo>
                  <a:pt x="955750" y="955750"/>
                </a:lnTo>
                <a:lnTo>
                  <a:pt x="0" y="95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6422" y="3016452"/>
            <a:ext cx="966177" cy="966177"/>
          </a:xfrm>
          <a:custGeom>
            <a:avLst/>
            <a:gdLst/>
            <a:ahLst/>
            <a:cxnLst/>
            <a:rect r="r" b="b" t="t" l="l"/>
            <a:pathLst>
              <a:path h="966177" w="966177">
                <a:moveTo>
                  <a:pt x="0" y="0"/>
                </a:moveTo>
                <a:lnTo>
                  <a:pt x="966177" y="0"/>
                </a:lnTo>
                <a:lnTo>
                  <a:pt x="966177" y="966177"/>
                </a:lnTo>
                <a:lnTo>
                  <a:pt x="0" y="966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18485" y="0"/>
            <a:ext cx="10261282" cy="10287000"/>
          </a:xfrm>
          <a:custGeom>
            <a:avLst/>
            <a:gdLst/>
            <a:ahLst/>
            <a:cxnLst/>
            <a:rect r="r" b="b" t="t" l="l"/>
            <a:pathLst>
              <a:path h="10287000" w="10261282">
                <a:moveTo>
                  <a:pt x="0" y="0"/>
                </a:moveTo>
                <a:lnTo>
                  <a:pt x="10261283" y="0"/>
                </a:lnTo>
                <a:lnTo>
                  <a:pt x="10261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51005" y="-92087"/>
            <a:ext cx="10379087" cy="10379087"/>
          </a:xfrm>
          <a:custGeom>
            <a:avLst/>
            <a:gdLst/>
            <a:ahLst/>
            <a:cxnLst/>
            <a:rect r="r" b="b" t="t" l="l"/>
            <a:pathLst>
              <a:path h="10379087" w="10379087">
                <a:moveTo>
                  <a:pt x="0" y="0"/>
                </a:moveTo>
                <a:lnTo>
                  <a:pt x="10379086" y="0"/>
                </a:lnTo>
                <a:lnTo>
                  <a:pt x="10379086" y="10379087"/>
                </a:lnTo>
                <a:lnTo>
                  <a:pt x="0" y="10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" t="0" r="-55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550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1" y="0"/>
                </a:lnTo>
                <a:lnTo>
                  <a:pt x="183287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7515" y="2184627"/>
            <a:ext cx="3623756" cy="6910374"/>
            <a:chOff x="0" y="0"/>
            <a:chExt cx="607521" cy="1158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7521" cy="1158520"/>
            </a:xfrm>
            <a:custGeom>
              <a:avLst/>
              <a:gdLst/>
              <a:ahLst/>
              <a:cxnLst/>
              <a:rect r="r" b="b" t="t" l="l"/>
              <a:pathLst>
                <a:path h="1158520" w="607521">
                  <a:moveTo>
                    <a:pt x="64093" y="0"/>
                  </a:moveTo>
                  <a:lnTo>
                    <a:pt x="543428" y="0"/>
                  </a:lnTo>
                  <a:cubicBezTo>
                    <a:pt x="560426" y="0"/>
                    <a:pt x="576728" y="6753"/>
                    <a:pt x="588748" y="18772"/>
                  </a:cubicBezTo>
                  <a:cubicBezTo>
                    <a:pt x="600768" y="30792"/>
                    <a:pt x="607521" y="47095"/>
                    <a:pt x="607521" y="64093"/>
                  </a:cubicBezTo>
                  <a:lnTo>
                    <a:pt x="607521" y="1094427"/>
                  </a:lnTo>
                  <a:cubicBezTo>
                    <a:pt x="607521" y="1111426"/>
                    <a:pt x="600768" y="1127728"/>
                    <a:pt x="588748" y="1139748"/>
                  </a:cubicBezTo>
                  <a:cubicBezTo>
                    <a:pt x="576728" y="1151768"/>
                    <a:pt x="560426" y="1158520"/>
                    <a:pt x="543428" y="1158520"/>
                  </a:cubicBezTo>
                  <a:lnTo>
                    <a:pt x="64093" y="1158520"/>
                  </a:lnTo>
                  <a:cubicBezTo>
                    <a:pt x="28695" y="1158520"/>
                    <a:pt x="0" y="1129825"/>
                    <a:pt x="0" y="1094427"/>
                  </a:cubicBezTo>
                  <a:lnTo>
                    <a:pt x="0" y="64093"/>
                  </a:lnTo>
                  <a:cubicBezTo>
                    <a:pt x="0" y="47095"/>
                    <a:pt x="6753" y="30792"/>
                    <a:pt x="18772" y="18772"/>
                  </a:cubicBezTo>
                  <a:cubicBezTo>
                    <a:pt x="30792" y="6753"/>
                    <a:pt x="47095" y="0"/>
                    <a:pt x="6409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64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919" y="2184627"/>
            <a:ext cx="3623756" cy="6910374"/>
            <a:chOff x="0" y="0"/>
            <a:chExt cx="607521" cy="1158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7521" cy="1158520"/>
            </a:xfrm>
            <a:custGeom>
              <a:avLst/>
              <a:gdLst/>
              <a:ahLst/>
              <a:cxnLst/>
              <a:rect r="r" b="b" t="t" l="l"/>
              <a:pathLst>
                <a:path h="1158520" w="607521">
                  <a:moveTo>
                    <a:pt x="64093" y="0"/>
                  </a:moveTo>
                  <a:lnTo>
                    <a:pt x="543428" y="0"/>
                  </a:lnTo>
                  <a:cubicBezTo>
                    <a:pt x="560426" y="0"/>
                    <a:pt x="576728" y="6753"/>
                    <a:pt x="588748" y="18772"/>
                  </a:cubicBezTo>
                  <a:cubicBezTo>
                    <a:pt x="600768" y="30792"/>
                    <a:pt x="607521" y="47095"/>
                    <a:pt x="607521" y="64093"/>
                  </a:cubicBezTo>
                  <a:lnTo>
                    <a:pt x="607521" y="1094427"/>
                  </a:lnTo>
                  <a:cubicBezTo>
                    <a:pt x="607521" y="1111426"/>
                    <a:pt x="600768" y="1127728"/>
                    <a:pt x="588748" y="1139748"/>
                  </a:cubicBezTo>
                  <a:cubicBezTo>
                    <a:pt x="576728" y="1151768"/>
                    <a:pt x="560426" y="1158520"/>
                    <a:pt x="543428" y="1158520"/>
                  </a:cubicBezTo>
                  <a:lnTo>
                    <a:pt x="64093" y="1158520"/>
                  </a:lnTo>
                  <a:cubicBezTo>
                    <a:pt x="28695" y="1158520"/>
                    <a:pt x="0" y="1129825"/>
                    <a:pt x="0" y="1094427"/>
                  </a:cubicBezTo>
                  <a:lnTo>
                    <a:pt x="0" y="64093"/>
                  </a:lnTo>
                  <a:cubicBezTo>
                    <a:pt x="0" y="47095"/>
                    <a:pt x="6753" y="30792"/>
                    <a:pt x="18772" y="18772"/>
                  </a:cubicBezTo>
                  <a:cubicBezTo>
                    <a:pt x="30792" y="6753"/>
                    <a:pt x="47095" y="0"/>
                    <a:pt x="6409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57" r="0" b="-76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01104" y="2184627"/>
            <a:ext cx="3623756" cy="6910374"/>
            <a:chOff x="0" y="0"/>
            <a:chExt cx="607521" cy="1158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7521" cy="1158520"/>
            </a:xfrm>
            <a:custGeom>
              <a:avLst/>
              <a:gdLst/>
              <a:ahLst/>
              <a:cxnLst/>
              <a:rect r="r" b="b" t="t" l="l"/>
              <a:pathLst>
                <a:path h="1158520" w="607521">
                  <a:moveTo>
                    <a:pt x="64093" y="0"/>
                  </a:moveTo>
                  <a:lnTo>
                    <a:pt x="543428" y="0"/>
                  </a:lnTo>
                  <a:cubicBezTo>
                    <a:pt x="560426" y="0"/>
                    <a:pt x="576728" y="6753"/>
                    <a:pt x="588748" y="18772"/>
                  </a:cubicBezTo>
                  <a:cubicBezTo>
                    <a:pt x="600768" y="30792"/>
                    <a:pt x="607521" y="47095"/>
                    <a:pt x="607521" y="64093"/>
                  </a:cubicBezTo>
                  <a:lnTo>
                    <a:pt x="607521" y="1094427"/>
                  </a:lnTo>
                  <a:cubicBezTo>
                    <a:pt x="607521" y="1111426"/>
                    <a:pt x="600768" y="1127728"/>
                    <a:pt x="588748" y="1139748"/>
                  </a:cubicBezTo>
                  <a:cubicBezTo>
                    <a:pt x="576728" y="1151768"/>
                    <a:pt x="560426" y="1158520"/>
                    <a:pt x="543428" y="1158520"/>
                  </a:cubicBezTo>
                  <a:lnTo>
                    <a:pt x="64093" y="1158520"/>
                  </a:lnTo>
                  <a:cubicBezTo>
                    <a:pt x="28695" y="1158520"/>
                    <a:pt x="0" y="1129825"/>
                    <a:pt x="0" y="1094427"/>
                  </a:cubicBezTo>
                  <a:lnTo>
                    <a:pt x="0" y="64093"/>
                  </a:lnTo>
                  <a:cubicBezTo>
                    <a:pt x="0" y="47095"/>
                    <a:pt x="6753" y="30792"/>
                    <a:pt x="18772" y="18772"/>
                  </a:cubicBezTo>
                  <a:cubicBezTo>
                    <a:pt x="30792" y="6753"/>
                    <a:pt x="47095" y="0"/>
                    <a:pt x="6409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505" r="0" b="-833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58234" y="2184627"/>
            <a:ext cx="3623756" cy="6910374"/>
            <a:chOff x="0" y="0"/>
            <a:chExt cx="607521" cy="1158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7521" cy="1158520"/>
            </a:xfrm>
            <a:custGeom>
              <a:avLst/>
              <a:gdLst/>
              <a:ahLst/>
              <a:cxnLst/>
              <a:rect r="r" b="b" t="t" l="l"/>
              <a:pathLst>
                <a:path h="1158520" w="607521">
                  <a:moveTo>
                    <a:pt x="64093" y="0"/>
                  </a:moveTo>
                  <a:lnTo>
                    <a:pt x="543428" y="0"/>
                  </a:lnTo>
                  <a:cubicBezTo>
                    <a:pt x="560426" y="0"/>
                    <a:pt x="576728" y="6753"/>
                    <a:pt x="588748" y="18772"/>
                  </a:cubicBezTo>
                  <a:cubicBezTo>
                    <a:pt x="600768" y="30792"/>
                    <a:pt x="607521" y="47095"/>
                    <a:pt x="607521" y="64093"/>
                  </a:cubicBezTo>
                  <a:lnTo>
                    <a:pt x="607521" y="1094427"/>
                  </a:lnTo>
                  <a:cubicBezTo>
                    <a:pt x="607521" y="1111426"/>
                    <a:pt x="600768" y="1127728"/>
                    <a:pt x="588748" y="1139748"/>
                  </a:cubicBezTo>
                  <a:cubicBezTo>
                    <a:pt x="576728" y="1151768"/>
                    <a:pt x="560426" y="1158520"/>
                    <a:pt x="543428" y="1158520"/>
                  </a:cubicBezTo>
                  <a:lnTo>
                    <a:pt x="64093" y="1158520"/>
                  </a:lnTo>
                  <a:cubicBezTo>
                    <a:pt x="28695" y="1158520"/>
                    <a:pt x="0" y="1129825"/>
                    <a:pt x="0" y="1094427"/>
                  </a:cubicBezTo>
                  <a:lnTo>
                    <a:pt x="0" y="64093"/>
                  </a:lnTo>
                  <a:cubicBezTo>
                    <a:pt x="0" y="47095"/>
                    <a:pt x="6753" y="30792"/>
                    <a:pt x="18772" y="18772"/>
                  </a:cubicBezTo>
                  <a:cubicBezTo>
                    <a:pt x="30792" y="6753"/>
                    <a:pt x="47095" y="0"/>
                    <a:pt x="6409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505" r="0" b="-8743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5" y="0"/>
            <a:ext cx="18247450" cy="10241381"/>
          </a:xfrm>
          <a:custGeom>
            <a:avLst/>
            <a:gdLst/>
            <a:ahLst/>
            <a:cxnLst/>
            <a:rect r="r" b="b" t="t" l="l"/>
            <a:pathLst>
              <a:path h="10241381" w="18247450">
                <a:moveTo>
                  <a:pt x="0" y="0"/>
                </a:moveTo>
                <a:lnTo>
                  <a:pt x="18247450" y="0"/>
                </a:lnTo>
                <a:lnTo>
                  <a:pt x="18247450" y="10241381"/>
                </a:lnTo>
                <a:lnTo>
                  <a:pt x="0" y="10241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2182560"/>
            <a:ext cx="3609827" cy="6883812"/>
            <a:chOff x="0" y="0"/>
            <a:chExt cx="607521" cy="1158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7521" cy="1158520"/>
            </a:xfrm>
            <a:custGeom>
              <a:avLst/>
              <a:gdLst/>
              <a:ahLst/>
              <a:cxnLst/>
              <a:rect r="r" b="b" t="t" l="l"/>
              <a:pathLst>
                <a:path h="1158520" w="607521">
                  <a:moveTo>
                    <a:pt x="64340" y="0"/>
                  </a:moveTo>
                  <a:lnTo>
                    <a:pt x="543180" y="0"/>
                  </a:lnTo>
                  <a:cubicBezTo>
                    <a:pt x="578714" y="0"/>
                    <a:pt x="607521" y="28806"/>
                    <a:pt x="607521" y="64340"/>
                  </a:cubicBezTo>
                  <a:lnTo>
                    <a:pt x="607521" y="1094180"/>
                  </a:lnTo>
                  <a:cubicBezTo>
                    <a:pt x="607521" y="1129714"/>
                    <a:pt x="578714" y="1158520"/>
                    <a:pt x="543180" y="1158520"/>
                  </a:cubicBezTo>
                  <a:lnTo>
                    <a:pt x="64340" y="1158520"/>
                  </a:lnTo>
                  <a:cubicBezTo>
                    <a:pt x="28806" y="1158520"/>
                    <a:pt x="0" y="1129714"/>
                    <a:pt x="0" y="1094180"/>
                  </a:cubicBezTo>
                  <a:lnTo>
                    <a:pt x="0" y="64340"/>
                  </a:lnTo>
                  <a:cubicBezTo>
                    <a:pt x="0" y="28806"/>
                    <a:pt x="28806" y="0"/>
                    <a:pt x="6434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62" r="0" b="-75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44319" y="2182560"/>
            <a:ext cx="3609827" cy="6883812"/>
            <a:chOff x="0" y="0"/>
            <a:chExt cx="607521" cy="1158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7521" cy="1158520"/>
            </a:xfrm>
            <a:custGeom>
              <a:avLst/>
              <a:gdLst/>
              <a:ahLst/>
              <a:cxnLst/>
              <a:rect r="r" b="b" t="t" l="l"/>
              <a:pathLst>
                <a:path h="1158520" w="607521">
                  <a:moveTo>
                    <a:pt x="64340" y="0"/>
                  </a:moveTo>
                  <a:lnTo>
                    <a:pt x="543180" y="0"/>
                  </a:lnTo>
                  <a:cubicBezTo>
                    <a:pt x="578714" y="0"/>
                    <a:pt x="607521" y="28806"/>
                    <a:pt x="607521" y="64340"/>
                  </a:cubicBezTo>
                  <a:lnTo>
                    <a:pt x="607521" y="1094180"/>
                  </a:lnTo>
                  <a:cubicBezTo>
                    <a:pt x="607521" y="1129714"/>
                    <a:pt x="578714" y="1158520"/>
                    <a:pt x="543180" y="1158520"/>
                  </a:cubicBezTo>
                  <a:lnTo>
                    <a:pt x="64340" y="1158520"/>
                  </a:lnTo>
                  <a:cubicBezTo>
                    <a:pt x="28806" y="1158520"/>
                    <a:pt x="0" y="1129714"/>
                    <a:pt x="0" y="1094180"/>
                  </a:cubicBezTo>
                  <a:lnTo>
                    <a:pt x="0" y="64340"/>
                  </a:lnTo>
                  <a:cubicBezTo>
                    <a:pt x="0" y="28806"/>
                    <a:pt x="28806" y="0"/>
                    <a:pt x="6434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-72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37407" y="2182560"/>
            <a:ext cx="3618177" cy="6883812"/>
            <a:chOff x="0" y="0"/>
            <a:chExt cx="607521" cy="11558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7521" cy="1155847"/>
            </a:xfrm>
            <a:custGeom>
              <a:avLst/>
              <a:gdLst/>
              <a:ahLst/>
              <a:cxnLst/>
              <a:rect r="r" b="b" t="t" l="l"/>
              <a:pathLst>
                <a:path h="1155847" w="607521">
                  <a:moveTo>
                    <a:pt x="64192" y="0"/>
                  </a:moveTo>
                  <a:lnTo>
                    <a:pt x="543329" y="0"/>
                  </a:lnTo>
                  <a:cubicBezTo>
                    <a:pt x="578781" y="0"/>
                    <a:pt x="607521" y="28740"/>
                    <a:pt x="607521" y="64192"/>
                  </a:cubicBezTo>
                  <a:lnTo>
                    <a:pt x="607521" y="1091655"/>
                  </a:lnTo>
                  <a:cubicBezTo>
                    <a:pt x="607521" y="1127107"/>
                    <a:pt x="578781" y="1155847"/>
                    <a:pt x="543329" y="1155847"/>
                  </a:cubicBezTo>
                  <a:lnTo>
                    <a:pt x="64192" y="1155847"/>
                  </a:lnTo>
                  <a:cubicBezTo>
                    <a:pt x="28740" y="1155847"/>
                    <a:pt x="0" y="1127107"/>
                    <a:pt x="0" y="1091655"/>
                  </a:cubicBezTo>
                  <a:lnTo>
                    <a:pt x="0" y="64192"/>
                  </a:lnTo>
                  <a:cubicBezTo>
                    <a:pt x="0" y="28740"/>
                    <a:pt x="28740" y="0"/>
                    <a:pt x="64192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15" r="0" b="-897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67839" y="2182560"/>
            <a:ext cx="3618177" cy="6883812"/>
            <a:chOff x="0" y="0"/>
            <a:chExt cx="607521" cy="11558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7521" cy="1155847"/>
            </a:xfrm>
            <a:custGeom>
              <a:avLst/>
              <a:gdLst/>
              <a:ahLst/>
              <a:cxnLst/>
              <a:rect r="r" b="b" t="t" l="l"/>
              <a:pathLst>
                <a:path h="1155847" w="607521">
                  <a:moveTo>
                    <a:pt x="64192" y="0"/>
                  </a:moveTo>
                  <a:lnTo>
                    <a:pt x="543329" y="0"/>
                  </a:lnTo>
                  <a:cubicBezTo>
                    <a:pt x="578781" y="0"/>
                    <a:pt x="607521" y="28740"/>
                    <a:pt x="607521" y="64192"/>
                  </a:cubicBezTo>
                  <a:lnTo>
                    <a:pt x="607521" y="1091655"/>
                  </a:lnTo>
                  <a:cubicBezTo>
                    <a:pt x="607521" y="1127107"/>
                    <a:pt x="578781" y="1155847"/>
                    <a:pt x="543329" y="1155847"/>
                  </a:cubicBezTo>
                  <a:lnTo>
                    <a:pt x="64192" y="1155847"/>
                  </a:lnTo>
                  <a:cubicBezTo>
                    <a:pt x="28740" y="1155847"/>
                    <a:pt x="0" y="1127107"/>
                    <a:pt x="0" y="1091655"/>
                  </a:cubicBezTo>
                  <a:lnTo>
                    <a:pt x="0" y="64192"/>
                  </a:lnTo>
                  <a:cubicBezTo>
                    <a:pt x="0" y="28740"/>
                    <a:pt x="28740" y="0"/>
                    <a:pt x="64192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15" r="0" b="-9385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9243" y="2130056"/>
            <a:ext cx="7656872" cy="3450595"/>
            <a:chOff x="0" y="0"/>
            <a:chExt cx="873804" cy="3937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3804" cy="393783"/>
            </a:xfrm>
            <a:custGeom>
              <a:avLst/>
              <a:gdLst/>
              <a:ahLst/>
              <a:cxnLst/>
              <a:rect r="r" b="b" t="t" l="l"/>
              <a:pathLst>
                <a:path h="393783" w="873804">
                  <a:moveTo>
                    <a:pt x="10111" y="0"/>
                  </a:moveTo>
                  <a:lnTo>
                    <a:pt x="863693" y="0"/>
                  </a:lnTo>
                  <a:cubicBezTo>
                    <a:pt x="869278" y="0"/>
                    <a:pt x="873804" y="4527"/>
                    <a:pt x="873804" y="10111"/>
                  </a:cubicBezTo>
                  <a:lnTo>
                    <a:pt x="873804" y="383672"/>
                  </a:lnTo>
                  <a:cubicBezTo>
                    <a:pt x="873804" y="389256"/>
                    <a:pt x="869278" y="393783"/>
                    <a:pt x="863693" y="393783"/>
                  </a:cubicBezTo>
                  <a:lnTo>
                    <a:pt x="10111" y="393783"/>
                  </a:lnTo>
                  <a:cubicBezTo>
                    <a:pt x="4527" y="393783"/>
                    <a:pt x="0" y="389256"/>
                    <a:pt x="0" y="383672"/>
                  </a:cubicBezTo>
                  <a:lnTo>
                    <a:pt x="0" y="10111"/>
                  </a:lnTo>
                  <a:cubicBezTo>
                    <a:pt x="0" y="4527"/>
                    <a:pt x="4527" y="0"/>
                    <a:pt x="1011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2132" r="0" b="-121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9243" y="5807705"/>
            <a:ext cx="7656872" cy="3450595"/>
            <a:chOff x="0" y="0"/>
            <a:chExt cx="873804" cy="393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3804" cy="393783"/>
            </a:xfrm>
            <a:custGeom>
              <a:avLst/>
              <a:gdLst/>
              <a:ahLst/>
              <a:cxnLst/>
              <a:rect r="r" b="b" t="t" l="l"/>
              <a:pathLst>
                <a:path h="393783" w="873804">
                  <a:moveTo>
                    <a:pt x="10111" y="0"/>
                  </a:moveTo>
                  <a:lnTo>
                    <a:pt x="863693" y="0"/>
                  </a:lnTo>
                  <a:cubicBezTo>
                    <a:pt x="869278" y="0"/>
                    <a:pt x="873804" y="4527"/>
                    <a:pt x="873804" y="10111"/>
                  </a:cubicBezTo>
                  <a:lnTo>
                    <a:pt x="873804" y="383672"/>
                  </a:lnTo>
                  <a:cubicBezTo>
                    <a:pt x="873804" y="389256"/>
                    <a:pt x="869278" y="393783"/>
                    <a:pt x="863693" y="393783"/>
                  </a:cubicBezTo>
                  <a:lnTo>
                    <a:pt x="10111" y="393783"/>
                  </a:lnTo>
                  <a:cubicBezTo>
                    <a:pt x="4527" y="393783"/>
                    <a:pt x="0" y="389256"/>
                    <a:pt x="0" y="383672"/>
                  </a:cubicBezTo>
                  <a:lnTo>
                    <a:pt x="0" y="10111"/>
                  </a:lnTo>
                  <a:cubicBezTo>
                    <a:pt x="0" y="4527"/>
                    <a:pt x="4527" y="0"/>
                    <a:pt x="10111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3745" r="0" b="-13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45746" y="2080986"/>
            <a:ext cx="7614894" cy="3548734"/>
            <a:chOff x="0" y="0"/>
            <a:chExt cx="873804" cy="407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3804" cy="407215"/>
            </a:xfrm>
            <a:custGeom>
              <a:avLst/>
              <a:gdLst/>
              <a:ahLst/>
              <a:cxnLst/>
              <a:rect r="r" b="b" t="t" l="l"/>
              <a:pathLst>
                <a:path h="407215" w="873804">
                  <a:moveTo>
                    <a:pt x="10167" y="0"/>
                  </a:moveTo>
                  <a:lnTo>
                    <a:pt x="863638" y="0"/>
                  </a:lnTo>
                  <a:cubicBezTo>
                    <a:pt x="869253" y="0"/>
                    <a:pt x="873804" y="4552"/>
                    <a:pt x="873804" y="10167"/>
                  </a:cubicBezTo>
                  <a:lnTo>
                    <a:pt x="873804" y="397048"/>
                  </a:lnTo>
                  <a:cubicBezTo>
                    <a:pt x="873804" y="402663"/>
                    <a:pt x="869253" y="407215"/>
                    <a:pt x="863638" y="407215"/>
                  </a:cubicBezTo>
                  <a:lnTo>
                    <a:pt x="10167" y="407215"/>
                  </a:lnTo>
                  <a:cubicBezTo>
                    <a:pt x="4552" y="407215"/>
                    <a:pt x="0" y="402663"/>
                    <a:pt x="0" y="397048"/>
                  </a:cubicBezTo>
                  <a:lnTo>
                    <a:pt x="0" y="10167"/>
                  </a:lnTo>
                  <a:cubicBezTo>
                    <a:pt x="0" y="4552"/>
                    <a:pt x="4552" y="0"/>
                    <a:pt x="1016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719" r="0" b="-7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45746" y="5807705"/>
            <a:ext cx="7614894" cy="3450595"/>
            <a:chOff x="0" y="0"/>
            <a:chExt cx="869014" cy="3937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014" cy="393783"/>
            </a:xfrm>
            <a:custGeom>
              <a:avLst/>
              <a:gdLst/>
              <a:ahLst/>
              <a:cxnLst/>
              <a:rect r="r" b="b" t="t" l="l"/>
              <a:pathLst>
                <a:path h="393783" w="869014">
                  <a:moveTo>
                    <a:pt x="10167" y="0"/>
                  </a:moveTo>
                  <a:lnTo>
                    <a:pt x="858847" y="0"/>
                  </a:lnTo>
                  <a:cubicBezTo>
                    <a:pt x="864462" y="0"/>
                    <a:pt x="869014" y="4552"/>
                    <a:pt x="869014" y="10167"/>
                  </a:cubicBezTo>
                  <a:lnTo>
                    <a:pt x="869014" y="383616"/>
                  </a:lnTo>
                  <a:cubicBezTo>
                    <a:pt x="869014" y="389231"/>
                    <a:pt x="864462" y="393783"/>
                    <a:pt x="858847" y="393783"/>
                  </a:cubicBezTo>
                  <a:lnTo>
                    <a:pt x="10167" y="393783"/>
                  </a:lnTo>
                  <a:cubicBezTo>
                    <a:pt x="4552" y="393783"/>
                    <a:pt x="0" y="389231"/>
                    <a:pt x="0" y="383616"/>
                  </a:cubicBezTo>
                  <a:lnTo>
                    <a:pt x="0" y="10167"/>
                  </a:lnTo>
                  <a:cubicBezTo>
                    <a:pt x="0" y="4552"/>
                    <a:pt x="4552" y="0"/>
                    <a:pt x="10167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960" r="0" b="-196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1430"/>
            <a:ext cx="18267635" cy="10252710"/>
          </a:xfrm>
          <a:custGeom>
            <a:avLst/>
            <a:gdLst/>
            <a:ahLst/>
            <a:cxnLst/>
            <a:rect r="r" b="b" t="t" l="l"/>
            <a:pathLst>
              <a:path h="10252710" w="18267635">
                <a:moveTo>
                  <a:pt x="0" y="0"/>
                </a:moveTo>
                <a:lnTo>
                  <a:pt x="18267635" y="0"/>
                </a:lnTo>
                <a:lnTo>
                  <a:pt x="18267635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29822" y="3020852"/>
            <a:ext cx="7656872" cy="4927211"/>
            <a:chOff x="0" y="0"/>
            <a:chExt cx="873804" cy="5622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3804" cy="562295"/>
            </a:xfrm>
            <a:custGeom>
              <a:avLst/>
              <a:gdLst/>
              <a:ahLst/>
              <a:cxnLst/>
              <a:rect r="r" b="b" t="t" l="l"/>
              <a:pathLst>
                <a:path h="562295" w="873804">
                  <a:moveTo>
                    <a:pt x="30333" y="0"/>
                  </a:moveTo>
                  <a:lnTo>
                    <a:pt x="843471" y="0"/>
                  </a:lnTo>
                  <a:cubicBezTo>
                    <a:pt x="860224" y="0"/>
                    <a:pt x="873804" y="13581"/>
                    <a:pt x="873804" y="30333"/>
                  </a:cubicBezTo>
                  <a:lnTo>
                    <a:pt x="873804" y="531961"/>
                  </a:lnTo>
                  <a:cubicBezTo>
                    <a:pt x="873804" y="548714"/>
                    <a:pt x="860224" y="562295"/>
                    <a:pt x="843471" y="562295"/>
                  </a:cubicBezTo>
                  <a:lnTo>
                    <a:pt x="30333" y="562295"/>
                  </a:lnTo>
                  <a:cubicBezTo>
                    <a:pt x="13581" y="562295"/>
                    <a:pt x="0" y="548714"/>
                    <a:pt x="0" y="531961"/>
                  </a:cubicBezTo>
                  <a:lnTo>
                    <a:pt x="0" y="30333"/>
                  </a:lnTo>
                  <a:cubicBezTo>
                    <a:pt x="0" y="13581"/>
                    <a:pt x="13581" y="0"/>
                    <a:pt x="3033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0" r="0" b="-1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7230" y="3020852"/>
            <a:ext cx="7678591" cy="4927211"/>
            <a:chOff x="0" y="0"/>
            <a:chExt cx="881114" cy="5653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1114" cy="565395"/>
            </a:xfrm>
            <a:custGeom>
              <a:avLst/>
              <a:gdLst/>
              <a:ahLst/>
              <a:cxnLst/>
              <a:rect r="r" b="b" t="t" l="l"/>
              <a:pathLst>
                <a:path h="565395" w="881114">
                  <a:moveTo>
                    <a:pt x="30247" y="0"/>
                  </a:moveTo>
                  <a:lnTo>
                    <a:pt x="850866" y="0"/>
                  </a:lnTo>
                  <a:cubicBezTo>
                    <a:pt x="858888" y="0"/>
                    <a:pt x="866582" y="3187"/>
                    <a:pt x="872254" y="8859"/>
                  </a:cubicBezTo>
                  <a:cubicBezTo>
                    <a:pt x="877927" y="14532"/>
                    <a:pt x="881114" y="22225"/>
                    <a:pt x="881114" y="30247"/>
                  </a:cubicBezTo>
                  <a:lnTo>
                    <a:pt x="881114" y="535147"/>
                  </a:lnTo>
                  <a:cubicBezTo>
                    <a:pt x="881114" y="543169"/>
                    <a:pt x="877927" y="550863"/>
                    <a:pt x="872254" y="556535"/>
                  </a:cubicBezTo>
                  <a:cubicBezTo>
                    <a:pt x="866582" y="562208"/>
                    <a:pt x="858888" y="565395"/>
                    <a:pt x="850866" y="565395"/>
                  </a:cubicBezTo>
                  <a:lnTo>
                    <a:pt x="30247" y="565395"/>
                  </a:lnTo>
                  <a:cubicBezTo>
                    <a:pt x="22225" y="565395"/>
                    <a:pt x="14532" y="562208"/>
                    <a:pt x="8859" y="556535"/>
                  </a:cubicBezTo>
                  <a:cubicBezTo>
                    <a:pt x="3187" y="550863"/>
                    <a:pt x="0" y="543169"/>
                    <a:pt x="0" y="535147"/>
                  </a:cubicBezTo>
                  <a:lnTo>
                    <a:pt x="0" y="30247"/>
                  </a:lnTo>
                  <a:cubicBezTo>
                    <a:pt x="0" y="22225"/>
                    <a:pt x="3187" y="14532"/>
                    <a:pt x="8859" y="8859"/>
                  </a:cubicBezTo>
                  <a:cubicBezTo>
                    <a:pt x="14532" y="3187"/>
                    <a:pt x="22225" y="0"/>
                    <a:pt x="3024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1627" r="0" b="-11627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5342112" y="-8774139"/>
            <a:ext cx="7603776" cy="18288000"/>
            <a:chOff x="0" y="0"/>
            <a:chExt cx="200264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0264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02641">
                  <a:moveTo>
                    <a:pt x="0" y="0"/>
                  </a:moveTo>
                  <a:lnTo>
                    <a:pt x="2002641" y="0"/>
                  </a:lnTo>
                  <a:lnTo>
                    <a:pt x="2002641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2E5778">
                    <a:alpha val="60000"/>
                  </a:srgbClr>
                </a:gs>
                <a:gs pos="100000">
                  <a:srgbClr val="2E577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02641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2395" y="2547879"/>
            <a:ext cx="4089701" cy="6806946"/>
            <a:chOff x="0" y="0"/>
            <a:chExt cx="633602" cy="10545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3602" cy="1054574"/>
            </a:xfrm>
            <a:custGeom>
              <a:avLst/>
              <a:gdLst/>
              <a:ahLst/>
              <a:cxnLst/>
              <a:rect r="r" b="b" t="t" l="l"/>
              <a:pathLst>
                <a:path h="1054574" w="633602">
                  <a:moveTo>
                    <a:pt x="51112" y="0"/>
                  </a:moveTo>
                  <a:lnTo>
                    <a:pt x="582490" y="0"/>
                  </a:lnTo>
                  <a:cubicBezTo>
                    <a:pt x="610718" y="0"/>
                    <a:pt x="633602" y="22884"/>
                    <a:pt x="633602" y="51112"/>
                  </a:cubicBezTo>
                  <a:lnTo>
                    <a:pt x="633602" y="1003462"/>
                  </a:lnTo>
                  <a:cubicBezTo>
                    <a:pt x="633602" y="1031691"/>
                    <a:pt x="610718" y="1054574"/>
                    <a:pt x="582490" y="1054574"/>
                  </a:cubicBezTo>
                  <a:lnTo>
                    <a:pt x="51112" y="1054574"/>
                  </a:lnTo>
                  <a:cubicBezTo>
                    <a:pt x="22884" y="1054574"/>
                    <a:pt x="0" y="1031691"/>
                    <a:pt x="0" y="1003462"/>
                  </a:cubicBezTo>
                  <a:lnTo>
                    <a:pt x="0" y="51112"/>
                  </a:lnTo>
                  <a:cubicBezTo>
                    <a:pt x="0" y="22884"/>
                    <a:pt x="22884" y="0"/>
                    <a:pt x="5111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67" r="0" b="-2442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18796" y="2547879"/>
            <a:ext cx="4093425" cy="6806946"/>
            <a:chOff x="0" y="0"/>
            <a:chExt cx="634179" cy="10545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4179" cy="1054574"/>
            </a:xfrm>
            <a:custGeom>
              <a:avLst/>
              <a:gdLst/>
              <a:ahLst/>
              <a:cxnLst/>
              <a:rect r="r" b="b" t="t" l="l"/>
              <a:pathLst>
                <a:path h="1054574" w="634179">
                  <a:moveTo>
                    <a:pt x="51065" y="0"/>
                  </a:moveTo>
                  <a:lnTo>
                    <a:pt x="583113" y="0"/>
                  </a:lnTo>
                  <a:cubicBezTo>
                    <a:pt x="596657" y="0"/>
                    <a:pt x="609645" y="5380"/>
                    <a:pt x="619222" y="14957"/>
                  </a:cubicBezTo>
                  <a:cubicBezTo>
                    <a:pt x="628799" y="24533"/>
                    <a:pt x="634179" y="37522"/>
                    <a:pt x="634179" y="51065"/>
                  </a:cubicBezTo>
                  <a:lnTo>
                    <a:pt x="634179" y="1003509"/>
                  </a:lnTo>
                  <a:cubicBezTo>
                    <a:pt x="634179" y="1017052"/>
                    <a:pt x="628799" y="1030041"/>
                    <a:pt x="619222" y="1039617"/>
                  </a:cubicBezTo>
                  <a:cubicBezTo>
                    <a:pt x="609645" y="1049194"/>
                    <a:pt x="596657" y="1054574"/>
                    <a:pt x="583113" y="1054574"/>
                  </a:cubicBezTo>
                  <a:lnTo>
                    <a:pt x="51065" y="1054574"/>
                  </a:lnTo>
                  <a:cubicBezTo>
                    <a:pt x="37522" y="1054574"/>
                    <a:pt x="24533" y="1049194"/>
                    <a:pt x="14957" y="1039617"/>
                  </a:cubicBezTo>
                  <a:cubicBezTo>
                    <a:pt x="5380" y="1030041"/>
                    <a:pt x="0" y="1017052"/>
                    <a:pt x="0" y="1003509"/>
                  </a:cubicBezTo>
                  <a:lnTo>
                    <a:pt x="0" y="51065"/>
                  </a:lnTo>
                  <a:cubicBezTo>
                    <a:pt x="0" y="37522"/>
                    <a:pt x="5380" y="24533"/>
                    <a:pt x="14957" y="14957"/>
                  </a:cubicBezTo>
                  <a:cubicBezTo>
                    <a:pt x="24533" y="5380"/>
                    <a:pt x="37522" y="0"/>
                    <a:pt x="5106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83" r="0" b="-2449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78921" y="2547879"/>
            <a:ext cx="4099824" cy="6806946"/>
            <a:chOff x="0" y="0"/>
            <a:chExt cx="635170" cy="10545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170" cy="1054574"/>
            </a:xfrm>
            <a:custGeom>
              <a:avLst/>
              <a:gdLst/>
              <a:ahLst/>
              <a:cxnLst/>
              <a:rect r="r" b="b" t="t" l="l"/>
              <a:pathLst>
                <a:path h="1054574" w="635170">
                  <a:moveTo>
                    <a:pt x="50986" y="0"/>
                  </a:moveTo>
                  <a:lnTo>
                    <a:pt x="584185" y="0"/>
                  </a:lnTo>
                  <a:cubicBezTo>
                    <a:pt x="612343" y="0"/>
                    <a:pt x="635170" y="22827"/>
                    <a:pt x="635170" y="50986"/>
                  </a:cubicBezTo>
                  <a:lnTo>
                    <a:pt x="635170" y="1003589"/>
                  </a:lnTo>
                  <a:cubicBezTo>
                    <a:pt x="635170" y="1017111"/>
                    <a:pt x="629798" y="1030079"/>
                    <a:pt x="620237" y="1039641"/>
                  </a:cubicBezTo>
                  <a:cubicBezTo>
                    <a:pt x="610675" y="1049202"/>
                    <a:pt x="597707" y="1054574"/>
                    <a:pt x="584185" y="1054574"/>
                  </a:cubicBezTo>
                  <a:lnTo>
                    <a:pt x="50986" y="1054574"/>
                  </a:lnTo>
                  <a:cubicBezTo>
                    <a:pt x="22827" y="1054574"/>
                    <a:pt x="0" y="1031747"/>
                    <a:pt x="0" y="1003589"/>
                  </a:cubicBezTo>
                  <a:lnTo>
                    <a:pt x="0" y="50986"/>
                  </a:lnTo>
                  <a:cubicBezTo>
                    <a:pt x="0" y="22827"/>
                    <a:pt x="22827" y="0"/>
                    <a:pt x="5098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91" r="0" b="-2461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42172" y="2547879"/>
            <a:ext cx="4099824" cy="6806946"/>
            <a:chOff x="0" y="0"/>
            <a:chExt cx="635170" cy="10545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170" cy="1054574"/>
            </a:xfrm>
            <a:custGeom>
              <a:avLst/>
              <a:gdLst/>
              <a:ahLst/>
              <a:cxnLst/>
              <a:rect r="r" b="b" t="t" l="l"/>
              <a:pathLst>
                <a:path h="1054574" w="635170">
                  <a:moveTo>
                    <a:pt x="50986" y="0"/>
                  </a:moveTo>
                  <a:lnTo>
                    <a:pt x="584185" y="0"/>
                  </a:lnTo>
                  <a:cubicBezTo>
                    <a:pt x="612343" y="0"/>
                    <a:pt x="635170" y="22827"/>
                    <a:pt x="635170" y="50986"/>
                  </a:cubicBezTo>
                  <a:lnTo>
                    <a:pt x="635170" y="1003589"/>
                  </a:lnTo>
                  <a:cubicBezTo>
                    <a:pt x="635170" y="1017111"/>
                    <a:pt x="629798" y="1030079"/>
                    <a:pt x="620237" y="1039641"/>
                  </a:cubicBezTo>
                  <a:cubicBezTo>
                    <a:pt x="610675" y="1049202"/>
                    <a:pt x="597707" y="1054574"/>
                    <a:pt x="584185" y="1054574"/>
                  </a:cubicBezTo>
                  <a:lnTo>
                    <a:pt x="50986" y="1054574"/>
                  </a:lnTo>
                  <a:cubicBezTo>
                    <a:pt x="22827" y="1054574"/>
                    <a:pt x="0" y="1031747"/>
                    <a:pt x="0" y="1003589"/>
                  </a:cubicBezTo>
                  <a:lnTo>
                    <a:pt x="0" y="50986"/>
                  </a:lnTo>
                  <a:cubicBezTo>
                    <a:pt x="0" y="22827"/>
                    <a:pt x="22827" y="0"/>
                    <a:pt x="50986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479" r="0" b="-24999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1306" y="4682757"/>
            <a:ext cx="7775446" cy="4310225"/>
            <a:chOff x="0" y="0"/>
            <a:chExt cx="1142022" cy="6330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2022" cy="633066"/>
            </a:xfrm>
            <a:custGeom>
              <a:avLst/>
              <a:gdLst/>
              <a:ahLst/>
              <a:cxnLst/>
              <a:rect r="r" b="b" t="t" l="l"/>
              <a:pathLst>
                <a:path h="633066" w="1142022">
                  <a:moveTo>
                    <a:pt x="29871" y="0"/>
                  </a:moveTo>
                  <a:lnTo>
                    <a:pt x="1112151" y="0"/>
                  </a:lnTo>
                  <a:cubicBezTo>
                    <a:pt x="1128649" y="0"/>
                    <a:pt x="1142022" y="13374"/>
                    <a:pt x="1142022" y="29871"/>
                  </a:cubicBezTo>
                  <a:lnTo>
                    <a:pt x="1142022" y="603196"/>
                  </a:lnTo>
                  <a:cubicBezTo>
                    <a:pt x="1142022" y="619693"/>
                    <a:pt x="1128649" y="633066"/>
                    <a:pt x="1112151" y="633066"/>
                  </a:cubicBezTo>
                  <a:lnTo>
                    <a:pt x="29871" y="633066"/>
                  </a:lnTo>
                  <a:cubicBezTo>
                    <a:pt x="21948" y="633066"/>
                    <a:pt x="14351" y="629919"/>
                    <a:pt x="8749" y="624317"/>
                  </a:cubicBezTo>
                  <a:cubicBezTo>
                    <a:pt x="3147" y="618716"/>
                    <a:pt x="0" y="611118"/>
                    <a:pt x="0" y="603196"/>
                  </a:cubicBezTo>
                  <a:lnTo>
                    <a:pt x="0" y="29871"/>
                  </a:lnTo>
                  <a:cubicBezTo>
                    <a:pt x="0" y="13374"/>
                    <a:pt x="13374" y="0"/>
                    <a:pt x="29871" y="0"/>
                  </a:cubicBezTo>
                  <a:close/>
                </a:path>
              </a:pathLst>
            </a:custGeom>
            <a:blipFill>
              <a:blip r:embed="rId3"/>
              <a:stretch>
                <a:fillRect l="-17263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02794" y="4682757"/>
            <a:ext cx="7708007" cy="4310225"/>
            <a:chOff x="0" y="0"/>
            <a:chExt cx="1078859" cy="603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859" cy="603285"/>
            </a:xfrm>
            <a:custGeom>
              <a:avLst/>
              <a:gdLst/>
              <a:ahLst/>
              <a:cxnLst/>
              <a:rect r="r" b="b" t="t" l="l"/>
              <a:pathLst>
                <a:path h="603285" w="1078859">
                  <a:moveTo>
                    <a:pt x="30132" y="0"/>
                  </a:moveTo>
                  <a:lnTo>
                    <a:pt x="1048727" y="0"/>
                  </a:lnTo>
                  <a:cubicBezTo>
                    <a:pt x="1056718" y="0"/>
                    <a:pt x="1064383" y="3175"/>
                    <a:pt x="1070033" y="8825"/>
                  </a:cubicBezTo>
                  <a:cubicBezTo>
                    <a:pt x="1075684" y="14476"/>
                    <a:pt x="1078859" y="22140"/>
                    <a:pt x="1078859" y="30132"/>
                  </a:cubicBezTo>
                  <a:lnTo>
                    <a:pt x="1078859" y="573153"/>
                  </a:lnTo>
                  <a:cubicBezTo>
                    <a:pt x="1078859" y="589794"/>
                    <a:pt x="1065368" y="603285"/>
                    <a:pt x="1048727" y="603285"/>
                  </a:cubicBezTo>
                  <a:lnTo>
                    <a:pt x="30132" y="603285"/>
                  </a:lnTo>
                  <a:cubicBezTo>
                    <a:pt x="22140" y="603285"/>
                    <a:pt x="14476" y="600110"/>
                    <a:pt x="8825" y="594459"/>
                  </a:cubicBezTo>
                  <a:cubicBezTo>
                    <a:pt x="3175" y="588809"/>
                    <a:pt x="0" y="581144"/>
                    <a:pt x="0" y="573153"/>
                  </a:cubicBezTo>
                  <a:lnTo>
                    <a:pt x="0" y="30132"/>
                  </a:lnTo>
                  <a:cubicBezTo>
                    <a:pt x="0" y="13491"/>
                    <a:pt x="13491" y="0"/>
                    <a:pt x="30132" y="0"/>
                  </a:cubicBezTo>
                  <a:close/>
                </a:path>
              </a:pathLst>
            </a:custGeom>
            <a:blipFill>
              <a:blip r:embed="rId4"/>
              <a:stretch>
                <a:fillRect l="-18746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1306" y="4682757"/>
            <a:ext cx="7775446" cy="4310225"/>
            <a:chOff x="0" y="0"/>
            <a:chExt cx="1142022" cy="6330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2022" cy="633066"/>
            </a:xfrm>
            <a:custGeom>
              <a:avLst/>
              <a:gdLst/>
              <a:ahLst/>
              <a:cxnLst/>
              <a:rect r="r" b="b" t="t" l="l"/>
              <a:pathLst>
                <a:path h="633066" w="1142022">
                  <a:moveTo>
                    <a:pt x="29871" y="0"/>
                  </a:moveTo>
                  <a:lnTo>
                    <a:pt x="1112151" y="0"/>
                  </a:lnTo>
                  <a:cubicBezTo>
                    <a:pt x="1128649" y="0"/>
                    <a:pt x="1142022" y="13374"/>
                    <a:pt x="1142022" y="29871"/>
                  </a:cubicBezTo>
                  <a:lnTo>
                    <a:pt x="1142022" y="603196"/>
                  </a:lnTo>
                  <a:cubicBezTo>
                    <a:pt x="1142022" y="619693"/>
                    <a:pt x="1128649" y="633066"/>
                    <a:pt x="1112151" y="633066"/>
                  </a:cubicBezTo>
                  <a:lnTo>
                    <a:pt x="29871" y="633066"/>
                  </a:lnTo>
                  <a:cubicBezTo>
                    <a:pt x="21948" y="633066"/>
                    <a:pt x="14351" y="629919"/>
                    <a:pt x="8749" y="624317"/>
                  </a:cubicBezTo>
                  <a:cubicBezTo>
                    <a:pt x="3147" y="618716"/>
                    <a:pt x="0" y="611118"/>
                    <a:pt x="0" y="603196"/>
                  </a:cubicBezTo>
                  <a:lnTo>
                    <a:pt x="0" y="29871"/>
                  </a:lnTo>
                  <a:cubicBezTo>
                    <a:pt x="0" y="13374"/>
                    <a:pt x="13374" y="0"/>
                    <a:pt x="29871" y="0"/>
                  </a:cubicBezTo>
                  <a:close/>
                </a:path>
              </a:pathLst>
            </a:custGeom>
            <a:blipFill>
              <a:blip r:embed="rId3"/>
              <a:stretch>
                <a:fillRect l="-17716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02794" y="4682757"/>
            <a:ext cx="7708007" cy="4310225"/>
            <a:chOff x="0" y="0"/>
            <a:chExt cx="1078859" cy="603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859" cy="603285"/>
            </a:xfrm>
            <a:custGeom>
              <a:avLst/>
              <a:gdLst/>
              <a:ahLst/>
              <a:cxnLst/>
              <a:rect r="r" b="b" t="t" l="l"/>
              <a:pathLst>
                <a:path h="603285" w="1078859">
                  <a:moveTo>
                    <a:pt x="30132" y="0"/>
                  </a:moveTo>
                  <a:lnTo>
                    <a:pt x="1048727" y="0"/>
                  </a:lnTo>
                  <a:cubicBezTo>
                    <a:pt x="1056718" y="0"/>
                    <a:pt x="1064383" y="3175"/>
                    <a:pt x="1070033" y="8825"/>
                  </a:cubicBezTo>
                  <a:cubicBezTo>
                    <a:pt x="1075684" y="14476"/>
                    <a:pt x="1078859" y="22140"/>
                    <a:pt x="1078859" y="30132"/>
                  </a:cubicBezTo>
                  <a:lnTo>
                    <a:pt x="1078859" y="573153"/>
                  </a:lnTo>
                  <a:cubicBezTo>
                    <a:pt x="1078859" y="589794"/>
                    <a:pt x="1065368" y="603285"/>
                    <a:pt x="1048727" y="603285"/>
                  </a:cubicBezTo>
                  <a:lnTo>
                    <a:pt x="30132" y="603285"/>
                  </a:lnTo>
                  <a:cubicBezTo>
                    <a:pt x="22140" y="603285"/>
                    <a:pt x="14476" y="600110"/>
                    <a:pt x="8825" y="594459"/>
                  </a:cubicBezTo>
                  <a:cubicBezTo>
                    <a:pt x="3175" y="588809"/>
                    <a:pt x="0" y="581144"/>
                    <a:pt x="0" y="573153"/>
                  </a:cubicBezTo>
                  <a:lnTo>
                    <a:pt x="0" y="30132"/>
                  </a:lnTo>
                  <a:cubicBezTo>
                    <a:pt x="0" y="13491"/>
                    <a:pt x="13491" y="0"/>
                    <a:pt x="3013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1510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1306" y="4682757"/>
            <a:ext cx="7775446" cy="4310225"/>
            <a:chOff x="0" y="0"/>
            <a:chExt cx="1142022" cy="6330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2022" cy="633066"/>
            </a:xfrm>
            <a:custGeom>
              <a:avLst/>
              <a:gdLst/>
              <a:ahLst/>
              <a:cxnLst/>
              <a:rect r="r" b="b" t="t" l="l"/>
              <a:pathLst>
                <a:path h="633066" w="1142022">
                  <a:moveTo>
                    <a:pt x="29871" y="0"/>
                  </a:moveTo>
                  <a:lnTo>
                    <a:pt x="1112151" y="0"/>
                  </a:lnTo>
                  <a:cubicBezTo>
                    <a:pt x="1128649" y="0"/>
                    <a:pt x="1142022" y="13374"/>
                    <a:pt x="1142022" y="29871"/>
                  </a:cubicBezTo>
                  <a:lnTo>
                    <a:pt x="1142022" y="603196"/>
                  </a:lnTo>
                  <a:cubicBezTo>
                    <a:pt x="1142022" y="619693"/>
                    <a:pt x="1128649" y="633066"/>
                    <a:pt x="1112151" y="633066"/>
                  </a:cubicBezTo>
                  <a:lnTo>
                    <a:pt x="29871" y="633066"/>
                  </a:lnTo>
                  <a:cubicBezTo>
                    <a:pt x="21948" y="633066"/>
                    <a:pt x="14351" y="629919"/>
                    <a:pt x="8749" y="624317"/>
                  </a:cubicBezTo>
                  <a:cubicBezTo>
                    <a:pt x="3147" y="618716"/>
                    <a:pt x="0" y="611118"/>
                    <a:pt x="0" y="603196"/>
                  </a:cubicBezTo>
                  <a:lnTo>
                    <a:pt x="0" y="29871"/>
                  </a:lnTo>
                  <a:cubicBezTo>
                    <a:pt x="0" y="13374"/>
                    <a:pt x="13374" y="0"/>
                    <a:pt x="29871" y="0"/>
                  </a:cubicBezTo>
                  <a:close/>
                </a:path>
              </a:pathLst>
            </a:custGeom>
            <a:blipFill>
              <a:blip r:embed="rId3"/>
              <a:stretch>
                <a:fillRect l="-17263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02794" y="4682757"/>
            <a:ext cx="7708007" cy="4310225"/>
            <a:chOff x="0" y="0"/>
            <a:chExt cx="1078859" cy="603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859" cy="603285"/>
            </a:xfrm>
            <a:custGeom>
              <a:avLst/>
              <a:gdLst/>
              <a:ahLst/>
              <a:cxnLst/>
              <a:rect r="r" b="b" t="t" l="l"/>
              <a:pathLst>
                <a:path h="603285" w="1078859">
                  <a:moveTo>
                    <a:pt x="30132" y="0"/>
                  </a:moveTo>
                  <a:lnTo>
                    <a:pt x="1048727" y="0"/>
                  </a:lnTo>
                  <a:cubicBezTo>
                    <a:pt x="1056718" y="0"/>
                    <a:pt x="1064383" y="3175"/>
                    <a:pt x="1070033" y="8825"/>
                  </a:cubicBezTo>
                  <a:cubicBezTo>
                    <a:pt x="1075684" y="14476"/>
                    <a:pt x="1078859" y="22140"/>
                    <a:pt x="1078859" y="30132"/>
                  </a:cubicBezTo>
                  <a:lnTo>
                    <a:pt x="1078859" y="573153"/>
                  </a:lnTo>
                  <a:cubicBezTo>
                    <a:pt x="1078859" y="589794"/>
                    <a:pt x="1065368" y="603285"/>
                    <a:pt x="1048727" y="603285"/>
                  </a:cubicBezTo>
                  <a:lnTo>
                    <a:pt x="30132" y="603285"/>
                  </a:lnTo>
                  <a:cubicBezTo>
                    <a:pt x="22140" y="603285"/>
                    <a:pt x="14476" y="600110"/>
                    <a:pt x="8825" y="594459"/>
                  </a:cubicBezTo>
                  <a:cubicBezTo>
                    <a:pt x="3175" y="588809"/>
                    <a:pt x="0" y="581144"/>
                    <a:pt x="0" y="573153"/>
                  </a:cubicBezTo>
                  <a:lnTo>
                    <a:pt x="0" y="30132"/>
                  </a:lnTo>
                  <a:cubicBezTo>
                    <a:pt x="0" y="13491"/>
                    <a:pt x="13491" y="0"/>
                    <a:pt x="30132" y="0"/>
                  </a:cubicBezTo>
                  <a:close/>
                </a:path>
              </a:pathLst>
            </a:custGeom>
            <a:blipFill>
              <a:blip r:embed="rId4"/>
              <a:stretch>
                <a:fillRect l="-1866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1306" y="4682757"/>
            <a:ext cx="7775446" cy="4310225"/>
            <a:chOff x="0" y="0"/>
            <a:chExt cx="1142022" cy="6330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2022" cy="633066"/>
            </a:xfrm>
            <a:custGeom>
              <a:avLst/>
              <a:gdLst/>
              <a:ahLst/>
              <a:cxnLst/>
              <a:rect r="r" b="b" t="t" l="l"/>
              <a:pathLst>
                <a:path h="633066" w="1142022">
                  <a:moveTo>
                    <a:pt x="29871" y="0"/>
                  </a:moveTo>
                  <a:lnTo>
                    <a:pt x="1112151" y="0"/>
                  </a:lnTo>
                  <a:cubicBezTo>
                    <a:pt x="1128649" y="0"/>
                    <a:pt x="1142022" y="13374"/>
                    <a:pt x="1142022" y="29871"/>
                  </a:cubicBezTo>
                  <a:lnTo>
                    <a:pt x="1142022" y="603196"/>
                  </a:lnTo>
                  <a:cubicBezTo>
                    <a:pt x="1142022" y="619693"/>
                    <a:pt x="1128649" y="633066"/>
                    <a:pt x="1112151" y="633066"/>
                  </a:cubicBezTo>
                  <a:lnTo>
                    <a:pt x="29871" y="633066"/>
                  </a:lnTo>
                  <a:cubicBezTo>
                    <a:pt x="21948" y="633066"/>
                    <a:pt x="14351" y="629919"/>
                    <a:pt x="8749" y="624317"/>
                  </a:cubicBezTo>
                  <a:cubicBezTo>
                    <a:pt x="3147" y="618716"/>
                    <a:pt x="0" y="611118"/>
                    <a:pt x="0" y="603196"/>
                  </a:cubicBezTo>
                  <a:lnTo>
                    <a:pt x="0" y="29871"/>
                  </a:lnTo>
                  <a:cubicBezTo>
                    <a:pt x="0" y="13374"/>
                    <a:pt x="13374" y="0"/>
                    <a:pt x="29871" y="0"/>
                  </a:cubicBezTo>
                  <a:close/>
                </a:path>
              </a:pathLst>
            </a:custGeom>
            <a:blipFill>
              <a:blip r:embed="rId3"/>
              <a:stretch>
                <a:fillRect l="-17716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02794" y="4682757"/>
            <a:ext cx="7708007" cy="4310225"/>
            <a:chOff x="0" y="0"/>
            <a:chExt cx="1078859" cy="603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859" cy="603285"/>
            </a:xfrm>
            <a:custGeom>
              <a:avLst/>
              <a:gdLst/>
              <a:ahLst/>
              <a:cxnLst/>
              <a:rect r="r" b="b" t="t" l="l"/>
              <a:pathLst>
                <a:path h="603285" w="1078859">
                  <a:moveTo>
                    <a:pt x="30132" y="0"/>
                  </a:moveTo>
                  <a:lnTo>
                    <a:pt x="1048727" y="0"/>
                  </a:lnTo>
                  <a:cubicBezTo>
                    <a:pt x="1056718" y="0"/>
                    <a:pt x="1064383" y="3175"/>
                    <a:pt x="1070033" y="8825"/>
                  </a:cubicBezTo>
                  <a:cubicBezTo>
                    <a:pt x="1075684" y="14476"/>
                    <a:pt x="1078859" y="22140"/>
                    <a:pt x="1078859" y="30132"/>
                  </a:cubicBezTo>
                  <a:lnTo>
                    <a:pt x="1078859" y="573153"/>
                  </a:lnTo>
                  <a:cubicBezTo>
                    <a:pt x="1078859" y="589794"/>
                    <a:pt x="1065368" y="603285"/>
                    <a:pt x="1048727" y="603285"/>
                  </a:cubicBezTo>
                  <a:lnTo>
                    <a:pt x="30132" y="603285"/>
                  </a:lnTo>
                  <a:cubicBezTo>
                    <a:pt x="22140" y="603285"/>
                    <a:pt x="14476" y="600110"/>
                    <a:pt x="8825" y="594459"/>
                  </a:cubicBezTo>
                  <a:cubicBezTo>
                    <a:pt x="3175" y="588809"/>
                    <a:pt x="0" y="581144"/>
                    <a:pt x="0" y="573153"/>
                  </a:cubicBezTo>
                  <a:lnTo>
                    <a:pt x="0" y="30132"/>
                  </a:lnTo>
                  <a:cubicBezTo>
                    <a:pt x="0" y="13491"/>
                    <a:pt x="13491" y="0"/>
                    <a:pt x="30132" y="0"/>
                  </a:cubicBezTo>
                  <a:close/>
                </a:path>
              </a:pathLst>
            </a:custGeom>
            <a:blipFill>
              <a:blip r:embed="rId4"/>
              <a:stretch>
                <a:fillRect l="-18289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579722" y="-1436222"/>
            <a:ext cx="5128557" cy="18288000"/>
            <a:chOff x="0" y="0"/>
            <a:chExt cx="135073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0731" cy="4816592"/>
            </a:xfrm>
            <a:custGeom>
              <a:avLst/>
              <a:gdLst/>
              <a:ahLst/>
              <a:cxnLst/>
              <a:rect r="r" b="b" t="t" l="l"/>
              <a:pathLst>
                <a:path h="4816592" w="1350731">
                  <a:moveTo>
                    <a:pt x="0" y="0"/>
                  </a:moveTo>
                  <a:lnTo>
                    <a:pt x="1350731" y="0"/>
                  </a:lnTo>
                  <a:lnTo>
                    <a:pt x="1350731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CA2D7">
                    <a:alpha val="50000"/>
                  </a:srgbClr>
                </a:gs>
                <a:gs pos="100000">
                  <a:srgbClr val="0CA2D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50731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579722" y="-1436222"/>
            <a:ext cx="5128557" cy="18288000"/>
            <a:chOff x="0" y="0"/>
            <a:chExt cx="1350731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0731" cy="4816592"/>
            </a:xfrm>
            <a:custGeom>
              <a:avLst/>
              <a:gdLst/>
              <a:ahLst/>
              <a:cxnLst/>
              <a:rect r="r" b="b" t="t" l="l"/>
              <a:pathLst>
                <a:path h="4816592" w="1350731">
                  <a:moveTo>
                    <a:pt x="0" y="0"/>
                  </a:moveTo>
                  <a:lnTo>
                    <a:pt x="1350731" y="0"/>
                  </a:lnTo>
                  <a:lnTo>
                    <a:pt x="1350731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CA2D7">
                    <a:alpha val="50000"/>
                  </a:srgbClr>
                </a:gs>
                <a:gs pos="100000">
                  <a:srgbClr val="0CA2D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0731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DAG6dY6hSv8</dc:identifier>
  <dcterms:modified xsi:type="dcterms:W3CDTF">2011-08-01T06:04:30Z</dcterms:modified>
  <cp:revision>1</cp:revision>
  <dc:title>Blue Modern MInimalist Sea Enviroment Presentation</dc:title>
</cp:coreProperties>
</file>